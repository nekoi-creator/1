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image" Target="../media/image4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9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5.xml"/><Relationship Id="rId3" Type="http://schemas.openxmlformats.org/officeDocument/2006/relationships/image" Target="../media/image7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133725" y="1814195"/>
            <a:ext cx="591756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第</a:t>
            </a:r>
            <a:r>
              <a:rPr lang="en-US" altLang="zh-CN" sz="440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20</a:t>
            </a:r>
            <a:r>
              <a:rPr lang="zh-CN" altLang="en-US" sz="4400"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</a:rPr>
              <a:t>小组综合实训展示</a:t>
            </a:r>
            <a:endParaRPr lang="zh-CN" altLang="en-US" sz="4400"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3200" b="1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Group 20 Comprehensive </a:t>
            </a:r>
            <a:r>
              <a:rPr lang="en-US" altLang="zh-CN" sz="3200" b="1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Practical Training</a:t>
            </a:r>
            <a:endParaRPr lang="en-US" altLang="zh-CN" sz="3200" b="1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3200" b="1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 Presentation</a:t>
            </a:r>
            <a:endParaRPr lang="en-US" altLang="zh-CN" sz="3200" b="1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3200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汇报人：高浩然</a:t>
            </a:r>
            <a:endParaRPr lang="zh-CN" altLang="en-US" sz="3200" b="1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3200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参与人员：唐吴汗，李增海</a:t>
            </a:r>
            <a:endParaRPr lang="zh-CN" altLang="en-US" sz="3200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99000" y="2660015"/>
            <a:ext cx="2940050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Part 1</a:t>
            </a:r>
            <a:endParaRPr lang="en-US" altLang="zh-CN" sz="6600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/>
            <a:r>
              <a:rPr lang="zh-CN" altLang="en-US" sz="2800">
                <a:latin typeface="思源黑体 Medium" panose="020B0600000000000000" charset="-122"/>
                <a:ea typeface="思源黑体 Medium" panose="020B0600000000000000" charset="-122"/>
                <a:cs typeface="Bahnschrift SemiLight SemiCondensed" panose="020B0502040204020203" charset="0"/>
              </a:rPr>
              <a:t>业务逻辑</a:t>
            </a:r>
            <a:endParaRPr lang="zh-CN" altLang="en-US" sz="2800">
              <a:latin typeface="思源黑体 Medium" panose="020B0600000000000000" charset="-122"/>
              <a:ea typeface="思源黑体 Medium" panose="020B0600000000000000" charset="-122"/>
              <a:cs typeface="Bahnschrift SemiLight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430" y="789305"/>
            <a:ext cx="5753100" cy="48850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4285" y="2078355"/>
            <a:ext cx="41490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​</a:t>
            </a:r>
            <a:r>
              <a:rPr lang="zh-CN" altLang="en-US"/>
              <a:t>核心业务：本系统打破了传统的单一逻辑，实现了</a:t>
            </a:r>
            <a:r>
              <a:rPr lang="en-US" altLang="zh-CN"/>
              <a:t>“</a:t>
            </a:r>
            <a:r>
              <a:rPr lang="zh-CN" altLang="en-US"/>
              <a:t>排课</a:t>
            </a:r>
            <a:r>
              <a:rPr lang="en-US" altLang="zh-CN"/>
              <a:t>-</a:t>
            </a:r>
            <a:r>
              <a:rPr lang="zh-CN" altLang="en-US"/>
              <a:t>选课</a:t>
            </a:r>
            <a:r>
              <a:rPr lang="en-US" altLang="zh-CN"/>
              <a:t>-</a:t>
            </a:r>
            <a:r>
              <a:rPr lang="zh-CN" altLang="en-US"/>
              <a:t>评分</a:t>
            </a:r>
            <a:r>
              <a:rPr lang="en-US" altLang="zh-CN"/>
              <a:t>”</a:t>
            </a:r>
            <a:r>
              <a:rPr lang="zh-CN" altLang="en-US"/>
              <a:t>全流程闭环。</a:t>
            </a:r>
            <a:endParaRPr lang="zh-CN" altLang="en-US"/>
          </a:p>
          <a:p>
            <a:r>
              <a:rPr lang="en-US" altLang="zh-CN"/>
              <a:t>​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角色权限：</a:t>
            </a:r>
            <a:endParaRPr lang="zh-CN" altLang="en-US"/>
          </a:p>
          <a:p>
            <a:r>
              <a:rPr lang="en-US" altLang="zh-CN"/>
              <a:t>​</a:t>
            </a:r>
            <a:r>
              <a:rPr lang="zh-CN" altLang="en-US"/>
              <a:t>教师</a:t>
            </a:r>
            <a:r>
              <a:rPr lang="en-US" altLang="zh-CN"/>
              <a:t>/</a:t>
            </a:r>
            <a:r>
              <a:rPr lang="zh-CN" altLang="en-US"/>
              <a:t>秘书：负责发布课程</a:t>
            </a:r>
            <a:r>
              <a:rPr lang="en-US" altLang="zh-CN"/>
              <a:t>​</a:t>
            </a:r>
            <a:r>
              <a:rPr lang="zh-CN" altLang="en-US"/>
              <a:t>学生：实时检索课程并进行选课绑定</a:t>
            </a:r>
            <a:endParaRPr lang="zh-CN" altLang="en-US"/>
          </a:p>
          <a:p>
            <a:r>
              <a:rPr lang="en-US" altLang="zh-CN"/>
              <a:t>​</a:t>
            </a:r>
            <a:r>
              <a:rPr lang="zh-CN" altLang="en-US"/>
              <a:t>教师：对完成修读的学生进行成绩评定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080" y="813435"/>
            <a:ext cx="6053455" cy="50399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10665" y="2783840"/>
            <a:ext cx="3062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领域层：封装</a:t>
            </a:r>
            <a:r>
              <a:rPr lang="en-US" altLang="zh-CN"/>
              <a:t>Student</a:t>
            </a:r>
            <a:r>
              <a:rPr lang="zh-CN" altLang="en-US"/>
              <a:t>、</a:t>
            </a:r>
            <a:r>
              <a:rPr lang="en-US" altLang="zh-CN"/>
              <a:t>Course</a:t>
            </a:r>
            <a:r>
              <a:rPr lang="zh-CN" altLang="en-US"/>
              <a:t>实体，保证数据纯粹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10665" y="2783840"/>
            <a:ext cx="3062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数据管理层：采用</a:t>
            </a:r>
            <a:r>
              <a:rPr lang="en-US" altLang="zh-CN"/>
              <a:t> Repository</a:t>
            </a:r>
            <a:r>
              <a:rPr lang="zh-CN" altLang="en-US"/>
              <a:t>模式，将</a:t>
            </a:r>
            <a:r>
              <a:rPr lang="en-US" altLang="zh-CN"/>
              <a:t> SQL </a:t>
            </a:r>
            <a:r>
              <a:rPr lang="zh-CN" altLang="en-US"/>
              <a:t>操作与业务逻辑彻底解耦。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675" y="914400"/>
            <a:ext cx="5528310" cy="4923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10665" y="2783840"/>
            <a:ext cx="3062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​</a:t>
            </a:r>
            <a:r>
              <a:rPr lang="zh-CN" altLang="en-US"/>
              <a:t>应用逻辑层：控制器对象处理复杂的选课校验逻辑。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675" y="914400"/>
            <a:ext cx="5528310" cy="4923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10665" y="2783840"/>
            <a:ext cx="3062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​</a:t>
            </a:r>
            <a:r>
              <a:rPr lang="zh-CN" altLang="en-US"/>
              <a:t>表现层：基于终端的高效交互界面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160" y="1129030"/>
            <a:ext cx="5934075" cy="39547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99000" y="2660015"/>
            <a:ext cx="2940050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Part 2</a:t>
            </a:r>
            <a:endParaRPr lang="en-US" altLang="zh-CN" sz="6600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/>
            <a:r>
              <a:rPr lang="zh-CN" altLang="en-US" sz="2800">
                <a:latin typeface="思源黑体 Medium" panose="020B0600000000000000" charset="-122"/>
                <a:ea typeface="思源黑体 Medium" panose="020B0600000000000000" charset="-122"/>
                <a:cs typeface="Bahnschrift SemiLight SemiCondensed" panose="020B0502040204020203" charset="0"/>
              </a:rPr>
              <a:t>难点攻破</a:t>
            </a:r>
            <a:endParaRPr lang="zh-CN" altLang="en-US" sz="2800">
              <a:latin typeface="思源黑体 Medium" panose="020B0600000000000000" charset="-122"/>
              <a:ea typeface="思源黑体 Medium" panose="020B0600000000000000" charset="-122"/>
              <a:cs typeface="Bahnschrift SemiLight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7410" y="981075"/>
            <a:ext cx="2922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postgreSQL</a:t>
            </a:r>
            <a:r>
              <a:rPr lang="zh-CN" altLang="en-US"/>
              <a:t>安装：</a:t>
            </a:r>
            <a:endParaRPr lang="zh-CN" altLang="en-US"/>
          </a:p>
          <a:p>
            <a:r>
              <a:rPr lang="zh-CN" altLang="en-US"/>
              <a:t>初次安装，因与系统版本的不兼容，导致系统文件误删除</a:t>
            </a:r>
            <a:endParaRPr lang="zh-CN" altLang="en-US"/>
          </a:p>
        </p:txBody>
      </p:sp>
      <p:pic>
        <p:nvPicPr>
          <p:cNvPr id="7" name="图片 6" descr="2ba86adc73f9578167d69082768f474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205" y="2888615"/>
            <a:ext cx="2548890" cy="33997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48320" y="1183640"/>
            <a:ext cx="2651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postgreSQL</a:t>
            </a:r>
            <a:r>
              <a:rPr lang="zh-CN" altLang="en-US"/>
              <a:t>通过</a:t>
            </a:r>
            <a:r>
              <a:rPr lang="en-US" altLang="zh-CN"/>
              <a:t>libpqxx</a:t>
            </a:r>
            <a:r>
              <a:rPr lang="zh-CN" altLang="en-US"/>
              <a:t>驱动连接</a:t>
            </a:r>
            <a:r>
              <a:rPr lang="en-US" altLang="zh-CN"/>
              <a:t>postgreSQL</a:t>
            </a:r>
            <a:r>
              <a:rPr lang="zh-CN" altLang="en-US"/>
              <a:t>数据库</a:t>
            </a:r>
            <a:endParaRPr lang="zh-CN" altLang="en-US"/>
          </a:p>
        </p:txBody>
      </p:sp>
      <p:pic>
        <p:nvPicPr>
          <p:cNvPr id="10" name="图片 9" descr="cd65366551382283561aeb72686cf9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095" y="2179955"/>
            <a:ext cx="5535930" cy="41522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99000" y="2660015"/>
            <a:ext cx="2940050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600">
                <a:latin typeface="Bahnschrift SemiLight SemiCondensed" panose="020B0502040204020203" charset="0"/>
                <a:ea typeface="思源黑体 Medium" panose="020B0600000000000000" charset="-122"/>
                <a:cs typeface="Bahnschrift SemiLight SemiCondensed" panose="020B0502040204020203" charset="0"/>
              </a:rPr>
              <a:t>Part 3</a:t>
            </a:r>
            <a:endParaRPr lang="en-US" altLang="zh-CN" sz="6600">
              <a:latin typeface="Bahnschrift SemiLight SemiCondensed" panose="020B0502040204020203" charset="0"/>
              <a:ea typeface="思源黑体 Medium" panose="020B0600000000000000" charset="-122"/>
              <a:cs typeface="Bahnschrift SemiLight SemiCondensed" panose="020B0502040204020203" charset="0"/>
            </a:endParaRPr>
          </a:p>
          <a:p>
            <a:pPr algn="ctr"/>
            <a:r>
              <a:rPr lang="zh-CN" altLang="en-US" sz="2800">
                <a:latin typeface="思源黑体 Medium" panose="020B0600000000000000" charset="-122"/>
                <a:ea typeface="思源黑体 Medium" panose="020B0600000000000000" charset="-122"/>
                <a:cs typeface="Bahnschrift SemiLight SemiCondensed" panose="020B0502040204020203" charset="0"/>
              </a:rPr>
              <a:t>运行</a:t>
            </a:r>
            <a:endParaRPr lang="zh-CN" altLang="en-US" sz="2800">
              <a:latin typeface="思源黑体 Medium" panose="020B0600000000000000" charset="-122"/>
              <a:ea typeface="思源黑体 Medium" panose="020B0600000000000000" charset="-122"/>
              <a:cs typeface="Bahnschrift SemiLight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ca24ecc2369c43fffd152146b48380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655" y="678180"/>
            <a:ext cx="10110470" cy="5657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22860" y="635"/>
            <a:ext cx="12230735" cy="68554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38500" y="2829560"/>
            <a:ext cx="57207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代码：唐吴汗、高浩然</a:t>
            </a:r>
            <a:endParaRPr lang="zh-CN" altLang="en-US"/>
          </a:p>
          <a:p>
            <a:pPr algn="ctr"/>
            <a:r>
              <a:rPr lang="en-US" altLang="zh-CN"/>
              <a:t>PPT</a:t>
            </a:r>
            <a:r>
              <a:rPr lang="zh-CN" altLang="en-US"/>
              <a:t>：唐吴汗、高浩然</a:t>
            </a:r>
            <a:endParaRPr lang="zh-CN" altLang="en-US"/>
          </a:p>
          <a:p>
            <a:pPr algn="ctr"/>
            <a:r>
              <a:rPr lang="zh-CN" altLang="en-US"/>
              <a:t>、李增海</a:t>
            </a:r>
            <a:endParaRPr lang="zh-CN" altLang="en-US"/>
          </a:p>
          <a:p>
            <a:pPr algn="ctr"/>
            <a:r>
              <a:rPr lang="zh-CN" altLang="en-US"/>
              <a:t>展示：高浩然、李增海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宽屏</PresentationFormat>
  <Paragraphs>40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思源黑体 Medium</vt:lpstr>
      <vt:lpstr>思源黑体</vt:lpstr>
      <vt:lpstr>Bahnschrift Condensed</vt:lpstr>
      <vt:lpstr>Bahnschrift SemiLight</vt:lpstr>
      <vt:lpstr>GDT</vt:lpstr>
      <vt:lpstr>Gill Sans Ultra Bold Condensed</vt:lpstr>
      <vt:lpstr>Bahnschrift SemiBold SemiCondensed</vt:lpstr>
      <vt:lpstr>Bahnschrift SemiBold Condensed</vt:lpstr>
      <vt:lpstr>Bahnschrift SemiBold</vt:lpstr>
      <vt:lpstr>Bahnschrift SemiLight SemiCondensed</vt:lpstr>
      <vt:lpstr>BankGothic Lt BT</vt:lpstr>
      <vt:lpstr>Bahnschrift SemiLight Condensed</vt:lpstr>
      <vt:lpstr>Bahnschrift Light SemiCondensed</vt:lpstr>
      <vt:lpstr>Bahnschrift Light Condensed</vt:lpstr>
      <vt:lpstr>Bahnschrift SemiCondensed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陌路</cp:lastModifiedBy>
  <cp:revision>157</cp:revision>
  <dcterms:created xsi:type="dcterms:W3CDTF">2019-06-19T02:08:00Z</dcterms:created>
  <dcterms:modified xsi:type="dcterms:W3CDTF">2026-03-16T02:47:23Z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B546E5F6C1534659A71F076C9E66F279_11</vt:lpwstr>
  </property>
</Properties>
</file>